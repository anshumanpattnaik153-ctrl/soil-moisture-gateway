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9375A"/>
                </a:solidFill>
              </a:defRPr>
            </a:pPr>
            <a:r>
              <a:t>Smart Agricultural Soil-Moisture</a:t>
            </a:r>
            <a:br/>
            <a:r>
              <a:t>Monitoring Gateway</a:t>
            </a:r>
          </a:p>
          <a:p>
            <a:br/>
            <a:pPr algn="ctr">
              <a:defRPr sz="2200">
                <a:solidFill>
                  <a:srgbClr val="2D2D2D"/>
                </a:solidFill>
              </a:defRPr>
            </a:pPr>
            <a:r>
              <a:t>Using Linux Device Driver, System Programming and C++</a:t>
            </a:r>
          </a:p>
          <a:p>
            <a:br/>
            <a:pPr algn="ctr">
              <a:defRPr sz="2000"/>
            </a:pPr>
            <a:r>
              <a:t>B.Tech – Computer Science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Agricultural soil moisture needs continuous monitoring.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Manual monitoring can be time-consuming and does not provide continuous data.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A gateway is required to collect, process and store sensor readings.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The project demonstrates this workflow using simulated sensor nodes.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Develop a Linux character device driver for gateway access.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Implement a Hardware Abstraction Layer (HAL).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Develop a C++ gateway daemon and sensor processing module.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Build a Flask REST backend with SQLite storage.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Provide a web dashboard for monitoring sensor data.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Demonstrate the complete software architecture and testing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438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Linux / Ubuntu environment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C and Linux Kernel Module development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C++ for gateway and sensor processing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Python Flask for REST backend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SQLite for local data storage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HTML/CSS/JavaScript dashboard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Git and Git branches for version control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Graphviz for system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Linux Device Driver &amp; HAL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Implemented a Linux character device driver named soil_gateway.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Driver creates the device interface /dev/soil_gateway.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HAL provides a higher-level interface for gateway software.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Driver was successfully loaded using insmod.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Device node was verified using ls -l /dev/soil_gateway.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HAL access was tested successfully with required permissions.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C++ Gateway &amp; Sensor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The gateway daemon communicates with the device interface.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Eight simulated sensor nodes are processed.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Each node provides moisture, temperature and battery values.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Moisture classification: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  • Below 40% → DRY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  • 40–60% → NORMAL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  • Above 60% → WET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Low-moisture nodes generate an irrigation recommendation.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Flask Backend &amp;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Flask provides REST API endpoints for sensor information.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SQLite stores timestamped sensor readings.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Implemented endpoints include /api/nodes, /api/history and /api/analytics.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Analytics provide average sensor values and moisture-status counts.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The backend also serves the monitoring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Monitoring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Web dashboard displays sensor monitoring information.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Dashboard communicates with the Flask backend.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Sensor history and analytics are available through REST APIs.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The prototype dashboard was successfully tested locally.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C++ compilation and sensor processing — PASS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Moisture classification — PASS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Linux driver loading — PASS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/dev/soil_gateway creation — PASS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HAL testing — PASS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Gateway daemon execution — PASS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Flask backend startup — PASS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REST API testing — PASS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Dashboard and analytics — PASS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Basic integration verification —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Current sensor nodes are simulated rather than physical hardware.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The prototype currently runs locally.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The device node requires appropriate Linux permissions.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SQLite is used for local storage.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HTTPS was not part of the verified prototype.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Future scope: real wireless sensor nodes.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Future scope: cloud-based monitoring and authentication.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Future scope: automatic irrigation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The project demonstrates an end-to-end agricultural IoT gateway architecture.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Linux device-driver concepts were integrated with system-level C++ software.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Sensor data was processed, stored and exposed through REST APIs.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A web dashboard provides monitoring and analytics.</a:t>
            </a:r>
          </a:p>
          <a:p>
            <a:pPr>
              <a:spcAft>
                <a:spcPts val="1200"/>
              </a:spcAft>
              <a:defRPr sz="2100">
                <a:solidFill>
                  <a:srgbClr val="2D2D2D"/>
                </a:solidFill>
              </a:defRPr>
            </a:pPr>
            <a:r>
              <a:t>The prototype establishes a foundation for future real-world agricultural sensor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Smart Agricultural Soil-Moisture Monitoring Gateway   |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